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822960"/>
            <a:ext cx="118872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5029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65760" y="11887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Expo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65760" y="2011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practical, no-jargon introduction for React developers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65760" y="2788920"/>
            <a:ext cx="132588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7889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framework?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1810512" y="2788920"/>
            <a:ext cx="132588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10512" y="27889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React Native?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3255264" y="2788920"/>
            <a:ext cx="132588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55264" y="27889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Expo?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4700016" y="2788920"/>
            <a:ext cx="132588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0016" y="27889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screens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6144768" y="2788920"/>
            <a:ext cx="132588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44768" y="27889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StyleSheet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7589520" y="2788920"/>
            <a:ext cx="132588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0" y="27889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libs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365760" y="3264408"/>
            <a:ext cx="132588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326440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1810512" y="3264408"/>
            <a:ext cx="132588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810512" y="326440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3255264" y="3264408"/>
            <a:ext cx="132588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55264" y="326440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4700016" y="3264408"/>
            <a:ext cx="132588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00016" y="326440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APIs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6144768" y="3264408"/>
            <a:ext cx="132588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44768" y="326440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</a:t>
            </a:r>
            <a:endParaRPr lang="en-US" sz="880" dirty="0"/>
          </a:p>
        </p:txBody>
      </p:sp>
      <p:sp>
        <p:nvSpPr>
          <p:cNvPr id="30" name="Text 27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vague concepts — only code you can run today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React Native is a Framework, Not a Library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(web) is a library — it handles one thing: rendering UI. React Native is a framework because it makes decisions for you across the entire app.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931920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393192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(web)  —  Library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one thing only: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029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components to the DOM.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everything else: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697480"/>
            <a:ext cx="3611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432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91693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Router? Next.js? TanStack Router?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209544"/>
            <a:ext cx="3611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552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42900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Vite? Webpack? Parcel?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721608"/>
            <a:ext cx="3611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7673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94106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Tailwind? CSS Modules? Emotion?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4233672"/>
            <a:ext cx="3611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2793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45312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Zustand? Redux? Context?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1325880"/>
            <a:ext cx="3931920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1325880"/>
            <a:ext cx="3931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 —  Framework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0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with decisions already made: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2029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follow the structure it provides.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2377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built in — no choice needed: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83480" y="2697480"/>
            <a:ext cx="3611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7432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955280" y="281635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291693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components (View, Text, Image…)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83480" y="3209544"/>
            <a:ext cx="3611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2552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955280" y="332841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34290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— the only layout system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983480" y="3721608"/>
            <a:ext cx="3611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37673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955280" y="384048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39410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StyleSheet — the built-in system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983480" y="4233672"/>
            <a:ext cx="3611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42793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955280" y="435254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0" y="445312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Navigation / Expo Router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solidFill>
            <a:srgbClr val="EEF9F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49011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React Native also adds things a web framework never needs — a build pipeline for native binaries, a bridge to iOS/Android APIs, and a way to ship to app stores. That's why Expo (a framework on top of React Native) is recommended for all new projects.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React Native?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sentence: React Native lets you build real iPhone and Android apps using the React and JavaScript you already know.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93192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393192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(Web)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components render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HTML in a browser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423160"/>
            <a:ext cx="3611880" cy="1417320"/>
          </a:xfrm>
          <a:prstGeom prst="rect">
            <a:avLst/>
          </a:prstGeom>
          <a:solidFill>
            <a:srgbClr val="0F294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8716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className='box'&gt;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3862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&lt;p&gt;Hello&lt;/p&gt;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99008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&lt;button&gt;Tap&lt;/button&gt;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24154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49300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renders HTML in Chrome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91363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Browser only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70832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6320" y="1325880"/>
            <a:ext cx="393192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325880"/>
            <a:ext cx="3931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389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(Mobile)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components render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real iOS / Android UI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83480" y="2423160"/>
            <a:ext cx="3611880" cy="1417320"/>
          </a:xfrm>
          <a:prstGeom prst="rect">
            <a:avLst/>
          </a:prstGeom>
          <a:solidFill>
            <a:srgbClr val="0F294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48716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 style={styles.box}&gt;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273862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&lt;Text&gt;Hello&lt;/Text&gt;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0640" y="299008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&lt;Pressable&gt;Tap&lt;/Pressable&gt;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324154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&lt;/View&gt;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349300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renders native iOS/Android UI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391363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iOS + Android, one codebase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Expo?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is the toolchain that handles everything you'd otherwise spend days configuring. Think of it as the scaffolding around React Native.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74320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898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  Without Expo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Install Xcode (8 GB, Mac only)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350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Install Android Studio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8712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Configure Gradle, CocoaPods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3924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up signing certificates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9136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Wire up each native library manually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434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 ios/ and android/ folders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1325880"/>
            <a:ext cx="274320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32588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13898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😌  With Expo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one command to create a project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9000" y="2350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Scan a QR code — app on your phone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29000" y="28712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 install &lt;library&gt; — that's it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29000" y="33924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EAS builds for you in the cloud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29000" y="39136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Push updates without app store review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29000" y="4434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File-based navigation built in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1325880"/>
            <a:ext cx="274320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132588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13898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What Expo is NOT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a replacement for React Native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55080" y="2350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a limitation — you can eject anytime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55080" y="28712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hiding React Native from you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55080" y="33924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only for beginners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55080" y="39136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a WebView wrapper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Your First Screen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HTML tag has a React Native twin. The JSX structure is identical — only the tag names change.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— Web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25880"/>
            <a:ext cx="40233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3258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73352"/>
            <a:ext cx="4023360" cy="2880360"/>
          </a:xfrm>
          <a:prstGeom prst="rect">
            <a:avLst/>
          </a:prstGeom>
          <a:solidFill>
            <a:srgbClr val="0F294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3736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React from 'react';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94310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14884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Screen() {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35458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56032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style={{ padding: 16 }}&gt;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276606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&lt;h1&gt;Job List&lt;/h1&gt;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97180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&lt;p&gt;3 jobs today&lt;/p&gt;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317754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onClick={open}&gt;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38328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Open Job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58902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&lt;/button&gt;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79476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400050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420624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1673352"/>
            <a:ext cx="4023360" cy="2880360"/>
          </a:xfrm>
          <a:prstGeom prst="rect">
            <a:avLst/>
          </a:prstGeom>
          <a:solidFill>
            <a:srgbClr val="0F294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73736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View, Text, Pressable,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92040" y="194310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StyleSheet } from 'react-native';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214884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Screen() {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235458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2040" y="256032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style={styles.box}&gt;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276606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 style={styles.h1}&gt;Job List&lt;/Text&gt;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297180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&lt;Text&gt;3 jobs today&lt;/Text&gt;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317754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&lt;Pressable onPress={open}&gt;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338328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&lt;Text&gt;Open Job&lt;/Text&gt;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358902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&lt;/Pressable&gt;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379476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&lt;/View&gt;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92040" y="400050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92040" y="420624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663440"/>
            <a:ext cx="2011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663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 → &lt;View&gt;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560320" y="4663440"/>
            <a:ext cx="2011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0" y="4663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&lt;h1&gt;/&lt;p&gt; → &lt;Text&gt;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4663440"/>
            <a:ext cx="2011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4663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&lt;button&gt; → &lt;Pressable&gt;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949440" y="4663440"/>
            <a:ext cx="2011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9440" y="4663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onClick → onPress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StyleSheet — How You Style Components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CSS files. No class names. Styles are JavaScript objects defined in the same file as your component.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297680" cy="36118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533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example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4114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View, Text, StyleSheet }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792224"/>
            <a:ext cx="4114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'react-native';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4114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2048256"/>
            <a:ext cx="4114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Card() {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2176272"/>
            <a:ext cx="4114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304288"/>
            <a:ext cx="4114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style={styles.card}&gt;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2432304"/>
            <a:ext cx="4114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 style={styles.title}&gt;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2560320"/>
            <a:ext cx="4114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Job #42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688336"/>
            <a:ext cx="4114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&lt;/Text&gt;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2816352"/>
            <a:ext cx="4114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&lt;/View&gt;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2944368"/>
            <a:ext cx="4114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3072384"/>
            <a:ext cx="4114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3200400"/>
            <a:ext cx="4114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3328416"/>
            <a:ext cx="4114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styles = StyleSheet.create({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3456432"/>
            <a:ext cx="4114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card: {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3584448"/>
            <a:ext cx="4114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backgroundColor: '#1E293B',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3712464"/>
            <a:ext cx="4114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padding: 16,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3840480"/>
            <a:ext cx="4114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borderRadius: 8,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3968496"/>
            <a:ext cx="4114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4096512"/>
            <a:ext cx="4114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{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2920" y="4224528"/>
            <a:ext cx="4114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fontSize: 18,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4352544"/>
            <a:ext cx="4114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fontWeight: 'bold',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4480560"/>
            <a:ext cx="4114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color: '#14B8A6',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4608576"/>
            <a:ext cx="4114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4736592"/>
            <a:ext cx="41148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46320" y="1298448"/>
            <a:ext cx="3931920" cy="7955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1298448"/>
            <a:ext cx="54864" cy="7955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13624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live at the bottom of the file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0" y="164592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StyleSheet.create({}) is called once, outside the component. It's just a JS object — no separate .css file.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2185416"/>
            <a:ext cx="3931920" cy="7955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2185416"/>
            <a:ext cx="54864" cy="7955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224942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with  style={styles.name}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0" y="253288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style object as a prop. For multiple styles, use an array:  style={[styles.card, styles.active]}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3072384"/>
            <a:ext cx="3931920" cy="7955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0" y="3072384"/>
            <a:ext cx="54864" cy="7955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31363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units — write numbers only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29200" y="341985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 padding: 16  not  padding: '16px'. React Native converts numbers to device-independent pixels automatically.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3959352"/>
            <a:ext cx="3931920" cy="7955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3959352"/>
            <a:ext cx="54864" cy="79552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0" y="40233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style inheritance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29200" y="430682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don't cascade like CSS. Each component styles itself independently. There is no global stylesheet.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91947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StyleSheet.create() is optional — a plain object works too — but it gives you a performance boost and better error messages in development.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Tailwind-Style Libraries for React Native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want to write StyleSheet objects? These three libraries bring utility-class styling to mobile.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54864" cy="15727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89888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8988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NativeWind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7190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nativewind.dev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84832" y="138988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Literally Tailwind CSS in React Native. Write  className="p-4 flex-row bg-slate-800"  and it works.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84832" y="1737360"/>
            <a:ext cx="3063240" cy="877824"/>
          </a:xfrm>
          <a:prstGeom prst="rect">
            <a:avLst/>
          </a:prstGeom>
          <a:solidFill>
            <a:srgbClr val="0F294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17465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StyleSheet (before)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48840" y="1947672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 style={styles.card}&gt;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48840" y="2157984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 style={styles.title}&gt;Job&lt;/Text&gt;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12080" y="20116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77840" y="1737360"/>
            <a:ext cx="3063240" cy="877824"/>
          </a:xfrm>
          <a:prstGeom prst="rect">
            <a:avLst/>
          </a:prstGeom>
          <a:solidFill>
            <a:srgbClr val="0F294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41848" y="17465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NativeWind (after)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41848" y="1947672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 className="p-4 bg-slate-800"&gt;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41848" y="2157984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 className="text-lg font-bold"&gt;Job&lt;/Text&gt;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999232"/>
            <a:ext cx="416052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999232"/>
            <a:ext cx="54864" cy="18288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054096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9333EA">
              <a:alpha val="15000"/>
            </a:srgbClr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05409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Gluestack UI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3649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gluestack.io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84832" y="305409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components (Button, Input, Card...) styled with NativeWind.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into your project — no import needed.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084832" y="3648456"/>
            <a:ext cx="2331720" cy="877824"/>
          </a:xfrm>
          <a:prstGeom prst="rect">
            <a:avLst/>
          </a:prstGeom>
          <a:solidFill>
            <a:srgbClr val="0F2942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48840" y="36941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className="bg-purple-600"&gt;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148840" y="38907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&lt;ButtonText&gt;Submit&lt;/ButtonText&gt;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148840" y="40873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148840" y="42839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styled, accessible, done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17720" y="2999232"/>
            <a:ext cx="416052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7720" y="2999232"/>
            <a:ext cx="54864" cy="18288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3054096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EC4899">
              <a:alpha val="1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0540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Tamagui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33649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tamagui.dev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72200" y="305409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design system with compile-time style extraction.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instead of className — very fast at runtime.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72200" y="3648456"/>
            <a:ext cx="2514600" cy="877824"/>
          </a:xfrm>
          <a:prstGeom prst="rect">
            <a:avLst/>
          </a:prstGeom>
          <a:solidFill>
            <a:srgbClr val="0F2942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36208" y="369417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&lt;Stack p='$4' bg='$background'&gt;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36208" y="38907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 fontSize='$6' fontWeight='700'&gt;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36208" y="40873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Job #42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36208" y="428396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&lt;/Text&gt;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65760" y="4873752"/>
            <a:ext cx="8412480" cy="228600"/>
          </a:xfrm>
          <a:prstGeom prst="rect">
            <a:avLst/>
          </a:prstGeom>
          <a:solidFill>
            <a:srgbClr val="0F294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8737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Install:   npx expo install nativewind tailwindcss   |   npx gluestack-ui@latest init   |   npx expo install tamagui @tamagui/core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— Flexbox in React Native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CSS grid. No floats. Just Flexbox — but with one rule that will catch you out on day one.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one rule everyone gets wrong on day one: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flexDirection defaults to  'column'  in React Native, not 'row' like on the web.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2743200" cy="2697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10312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items vertically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2560320" cy="1097280"/>
          </a:xfrm>
          <a:prstGeom prst="rect">
            <a:avLst/>
          </a:prstGeom>
          <a:solidFill>
            <a:srgbClr val="0F294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968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 style={{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8437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flex: 1,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0906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flexDirection: 'column',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3375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}}&gt;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5844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🟦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🟥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91840" y="2103120"/>
            <a:ext cx="2743200" cy="2697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103120"/>
            <a:ext cx="2743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1671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items side by side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83280" y="2542032"/>
            <a:ext cx="2560320" cy="1097280"/>
          </a:xfrm>
          <a:prstGeom prst="rect">
            <a:avLst/>
          </a:prstGeom>
          <a:solidFill>
            <a:srgbClr val="0F2942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5968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 style={{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74720" y="28437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flexDirection: 'row',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0" y="30906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8,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74720" y="33375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}}&gt;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74720" y="35844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37490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🟦 🟩 🟥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0" y="2103120"/>
            <a:ext cx="2743200" cy="2697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2103120"/>
            <a:ext cx="2743200" cy="54864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1671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remaining space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09360" y="2542032"/>
            <a:ext cx="2560320" cy="1097280"/>
          </a:xfrm>
          <a:prstGeom prst="rect">
            <a:avLst/>
          </a:prstGeom>
          <a:solidFill>
            <a:srgbClr val="0F2942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25968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flex:1 = take all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28437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leftover space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30906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 style={{ flex: 1 }}&gt;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0" y="33375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&lt;View style={{ flex: 2 }}&gt;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09360" y="37490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⬛ (2/3)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⬛ (1/3)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padding and margin take numbers, not strings — write  padding: 16  not  padding: '16px'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— Screens are Files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Router works exactly like Next.js: create a file, get a screen. No route config objects.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840480" cy="35204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89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file structure: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_layout.tsx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index.tsx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→ opens at /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jobs/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index.tsx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→ opens at /jobs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[id].tsx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→ /jobs/42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0080" y="420624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(tabs)/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448056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bottom tab bar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89120" y="1325880"/>
            <a:ext cx="438912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0" y="1325880"/>
            <a:ext cx="43891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1399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 screen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26280" y="1737360"/>
            <a:ext cx="4160520" cy="1051560"/>
          </a:xfrm>
          <a:prstGeom prst="rect">
            <a:avLst/>
          </a:prstGeom>
          <a:solidFill>
            <a:srgbClr val="0F294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80136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router } from 'expo-router';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17720" y="1956816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17720" y="21122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push (adds to history)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17720" y="2267712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router.push('/jobs');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17720" y="242316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17720" y="257860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 back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17720" y="2734056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router.back();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389120" y="3108960"/>
            <a:ext cx="438912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9120" y="3108960"/>
            <a:ext cx="43891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26280" y="31821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URL param in [id].tsx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26280" y="3520440"/>
            <a:ext cx="4160520" cy="1051560"/>
          </a:xfrm>
          <a:prstGeom prst="rect">
            <a:avLst/>
          </a:prstGeom>
          <a:solidFill>
            <a:srgbClr val="0F29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358444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useLocalSearchParams }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17720" y="3739896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'expo-router';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17720" y="389534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17720" y="4050792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id } = useLocalSearchParams();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17720" y="420624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id = '42' when on /jobs/42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389120" y="4572000"/>
            <a:ext cx="438912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26280" y="45902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tab bar: create a folder called (tabs)/ and every file inside becomes one tab automatically.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&amp; Scrolling — Two Components, Two Use Cases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performance mistake in React Native: using the wrong one.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0233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64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content doesn't change and the list is short (settings screen, a form, an article).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3749040" cy="1280160"/>
          </a:xfrm>
          <a:prstGeom prst="rect">
            <a:avLst/>
          </a:prstGeom>
          <a:solidFill>
            <a:srgbClr val="0F29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95728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&lt;ScrollView&gt;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62890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&lt;Text&gt;Item 1&lt;/Text&gt;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862072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&lt;Text&gt;Item 2&lt;/Text&gt;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095244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{/* renders ALL */}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328416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&lt;/ScrollView&gt;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703320"/>
            <a:ext cx="3749040" cy="502920"/>
          </a:xfrm>
          <a:prstGeom prst="rect">
            <a:avLst/>
          </a:prstGeom>
          <a:solidFill>
            <a:srgbClr val="3D2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216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Renders every child at once.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for dynamic data lists.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325880"/>
            <a:ext cx="402336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325880"/>
            <a:ext cx="40233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3898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FlatList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1764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data comes from an API or state. Renders only items visible on screen.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92040" y="2331720"/>
            <a:ext cx="3749040" cy="1280160"/>
          </a:xfrm>
          <a:prstGeom prst="rect">
            <a:avLst/>
          </a:prstGeom>
          <a:solidFill>
            <a:srgbClr val="0F294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3957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&lt;FlatList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259232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data={jobs}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27889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keyExtractor={j =&gt; j.id}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298551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renderItem={({ item }) =&gt;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31821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&lt;JobCard job={item} /&gt;}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33787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3703320"/>
            <a:ext cx="3749040" cy="502920"/>
          </a:xfrm>
          <a:prstGeom prst="rect">
            <a:avLst/>
          </a:prstGeom>
          <a:solidFill>
            <a:srgbClr val="002A1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7216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Only renders visible items.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any list loaded from data.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the list items come from an array in state or from an API call → always use FlatList.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Features — Camera, GPS, Storage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is one install command and one import. No native code, no Xcode, no Gradle.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533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Camera / Photos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70078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dialog shown automatically on first call.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17520" y="1353312"/>
            <a:ext cx="562356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3533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 install expo-camera expo-image-picker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17520" y="1691640"/>
            <a:ext cx="5623560" cy="612648"/>
          </a:xfrm>
          <a:prstGeom prst="rect">
            <a:avLst/>
          </a:prstGeom>
          <a:solidFill>
            <a:srgbClr val="0F29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737360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result = await ImagePicker.launchImageLibraryAsync();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108960" y="1920240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photo = result.assets[0]; // .uri, .width, .height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532888"/>
            <a:ext cx="841248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32888"/>
            <a:ext cx="54864" cy="10972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5877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GPS Location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29352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watchPositionAsync() for live tracking.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17520" y="2587752"/>
            <a:ext cx="562356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2587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 install expo-location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17520" y="2926080"/>
            <a:ext cx="5623560" cy="612648"/>
          </a:xfrm>
          <a:prstGeom prst="rect">
            <a:avLst/>
          </a:prstGeom>
          <a:solidFill>
            <a:srgbClr val="0F29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2971800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Location.requestForegroundPermissionsAsync();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108960" y="3154680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pos = await Location.getCurrentPositionAsync();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108960" y="3337560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pos.coords.latitude, pos.coords.longitude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767328"/>
            <a:ext cx="841248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767328"/>
            <a:ext cx="54864" cy="109728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822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Local Storage (offline data)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416966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 database on the device. Works offline — no internet needed.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17520" y="3822192"/>
            <a:ext cx="562356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0" y="3822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 install expo-sqlite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017520" y="4160520"/>
            <a:ext cx="5623560" cy="612648"/>
          </a:xfrm>
          <a:prstGeom prst="rect">
            <a:avLst/>
          </a:prstGeom>
          <a:solidFill>
            <a:srgbClr val="0F29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4206240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db = await SQLite.openDatabaseAsync('app.db');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108960" y="4389120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db.execAsync('CREATE TABLE IF NOT EXISTS jobs ...');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108960" y="4572000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rows = await db.getAllAsync('SELECT * FROM jobs');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4983480"/>
            <a:ext cx="841248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Code to App Store — 4 Stages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has one command. You never need to open Xcode or Android Studio.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54864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9280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" y="141732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your phone now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176479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Go — zero setup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78992" y="2029968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Expo Go from the App Store or Play Store. Run  npx expo start  and scan the QR code. Your app is on your real phone in under 60 seconds.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642616"/>
            <a:ext cx="3840480" cy="219456"/>
          </a:xfrm>
          <a:prstGeom prst="rect">
            <a:avLst/>
          </a:prstGeom>
          <a:solidFill>
            <a:srgbClr val="0F294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426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expo start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325880"/>
            <a:ext cx="411480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325880"/>
            <a:ext cx="54864" cy="1600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1892808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68112" y="141732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your team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68112" y="176479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internal build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68112" y="2029968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 .apk / .ipa in the cloud without a Mac. Share a link — testers install it directly without the App Store.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2642616"/>
            <a:ext cx="3840480" cy="219456"/>
          </a:xfrm>
          <a:prstGeom prst="rect">
            <a:avLst/>
          </a:prstGeom>
          <a:solidFill>
            <a:srgbClr val="0F2942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6426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 build --profile preview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108960"/>
            <a:ext cx="411480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108960"/>
            <a:ext cx="54864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67588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75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78992" y="320040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without app store review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78992" y="354787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Update — JS-only changes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78992" y="3813048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 bug? Push the JavaScript update directly to users' phones. They get the fix the next time they open the app. No 1–3 day review wait.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4425696"/>
            <a:ext cx="3840480" cy="219456"/>
          </a:xfrm>
          <a:prstGeom prst="rect">
            <a:avLst/>
          </a:prstGeom>
          <a:solidFill>
            <a:srgbClr val="0F29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4256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 update --branch production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108960"/>
            <a:ext cx="411480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108960"/>
            <a:ext cx="54864" cy="16002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3675888"/>
            <a:ext cx="457200" cy="45720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675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68112" y="320040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 App Store &amp; Play Store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68112" y="354787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Submit — one command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68112" y="3813048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your build to Apple TestFlight or Google Play Console automatically. Handles credentials, provisioning profiles, and API keys for you.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92040" y="4425696"/>
            <a:ext cx="3840480" cy="219456"/>
          </a:xfrm>
          <a:prstGeom prst="rect">
            <a:avLst/>
          </a:prstGeom>
          <a:solidFill>
            <a:srgbClr val="0F2942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44256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 submit --platform all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Building Right 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Create the project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solidFill>
            <a:srgbClr val="0F294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create-expo-app MyApp --template expo-template-blank-typescript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Install Expo Go on your phone and scan the QR code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67712"/>
            <a:ext cx="8229600" cy="411480"/>
          </a:xfrm>
          <a:prstGeom prst="rect">
            <a:avLst/>
          </a:prstGeom>
          <a:solidFill>
            <a:srgbClr val="0F294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677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MyApp &amp;&amp; npx expo start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8163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what you learned today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82112"/>
          <a:ext cx="8229600" cy="1920240"/>
        </p:xfrm>
        <a:graphic>
          <a:graphicData uri="http://schemas.openxmlformats.org/drawingml/2006/table">
            <a:tbl>
              <a:tblPr/>
              <a:tblGrid>
                <a:gridCol w="457200"/>
                <a:gridCol w="1600200"/>
                <a:gridCol w="6172200"/>
              </a:tblGrid>
              <a:tr h="160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The one thing to remember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a framework?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RN makes decisions for you (rendering, layout, styling) — React web doesn't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React Native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Same React, renders native UI instead of HTML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Expo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Handles setup, builds, updates, device APIs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 screens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div→View  p→Text  button→Pressable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StyleSheet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Styles are JS objects at the bottom of your file — no CSS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Tailwind-style libs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NativeWind = className · Gluestack = components · Tamagui = design system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flexDirection defaults to 'column', not 'row'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 name = screen URL, just like Next.js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API data → FlatList  /  static content → ScrollView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features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expo install + one import, permissions handled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Expo Go → EAS Build → EAS Update → EAS Submit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2026-06-07T08:34:17Z</dcterms:created>
  <dcterms:modified xsi:type="dcterms:W3CDTF">2026-06-07T08:34:17Z</dcterms:modified>
</cp:coreProperties>
</file>